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945600" cy="3291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945600" cy="329184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20482560" cy="3840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BFDBFE"/>
                </a:solidFill>
              </a:defRPr>
            </a:pPr>
            <a:r>
              <a:t>DIỄN ĐÀN ĐỔI MỚI SÁNG TẠO GIÁO DỤC VIỆT NAM VỚI TRÍ TUỆ NHÂN TẠO 2026  •  BỘ GD&amp;ĐT &amp; ĐH RMIT</a:t>
            </a:r>
          </a:p>
          <a:p>
            <a:pPr algn="ctr">
              <a:defRPr sz="3000" b="1">
                <a:solidFill>
                  <a:srgbClr val="FFFFFF"/>
                </a:solidFill>
              </a:defRPr>
            </a:pPr>
            <a:r>
              <a:t>KID-CONNECT AI: TRỢ LÝ TRÍ TUỆ NHÂN TẠO CÁ NHÂN HÓA ĐÁNH GIÁ TRẺ VÀ TỐI ƯU HÓA KẾT NỐI NHÀ TRƯỜNG - PHỤ HUYNH</a:t>
            </a:r>
          </a:p>
          <a:p>
            <a:pPr algn="ctr">
              <a:defRPr sz="1800" i="1">
                <a:solidFill>
                  <a:srgbClr val="E2E8F0"/>
                </a:solidFill>
              </a:defRPr>
            </a:pPr>
            <a:r>
              <a:t>BẢNG A (MẦM NON &amp; TIỂU HỌC)  |  ĐƠN VỊ: TRƯỜNG MẦM NON PHÚC SƠN B  |  TÁC GIẢ: GIÁO VIÊN CHỦ TRÌ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4846320"/>
            <a:ext cx="6492240" cy="2542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1E3A8A"/>
                </a:solidFill>
              </a:defRPr>
            </a:pPr>
            <a:r>
              <a:t>1. BỐI CẢNH &amp; NỖI ĐAU THỰC TẾ</a:t>
            </a:r>
          </a:p>
          <a:p>
            <a:br/>
            <a:pPr>
              <a:defRPr sz="1700">
                <a:solidFill>
                  <a:srgbClr val="334155"/>
                </a:solidFill>
              </a:defRPr>
            </a:pPr>
            <a:r>
              <a:t>• THỰC TRẠNG TẠI CƠ SỞ:</a:t>
            </a:r>
            <a:br/>
            <a:r>
              <a:t>Trường Mầm non Phúc Sơn B có hơn 100 học sinh phân bổ tại 4 độ tuổi. Theo quy định của Bộ GD&amp;ĐT, giáo viên phải theo dõi liên tục 5 lĩnh vực phát triển của từng trẻ.</a:t>
            </a:r>
            <a:br/>
            <a:br/>
            <a:r>
              <a:t>• 3 THÁCH THỨC LỚN:</a:t>
            </a:r>
            <a:br/>
            <a:r>
              <a:t>1. Gánh nặng sổ sách khổng lồ:</a:t>
            </a:r>
            <a:br/>
            <a:r>
              <a:t>Mỗi giáo viên mất từ 8 - 12 giờ/tuần chỉ để ghi chép hồ sơ, sổ theo dõi thủ công.</a:t>
            </a:r>
            <a:br/>
            <a:br/>
            <a:r>
              <a:t>2. Nhận xét rập khuôn, thiếu cá nhân hóa:</a:t>
            </a:r>
            <a:br/>
            <a:r>
              <a:t>Do thiếu thời gian, lời nhận xét thường mang tính đại trà ('bé ngoan, ăn hết suất'), chưa ghi nhận đúng tiến bộ riêng biệt của từng trẻ.</a:t>
            </a:r>
            <a:br/>
            <a:br/>
            <a:r>
              <a:t>3. Giao tiếp một chiều qua Zalo chung:</a:t>
            </a:r>
            <a:br/>
            <a:r>
              <a:t>Thông tin bị trôi, phụ huynh thiếu chỉ dẫn sư phạm cụ thể để đồng hành rèn luyện cùng con tại nhà.</a:t>
            </a:r>
            <a:br/>
            <a:br/>
            <a:r>
              <a:t>• MỤC TIÊU DỰ ÁN:</a:t>
            </a:r>
            <a:br/>
            <a:r>
              <a:t>✓ Giảm 80% thời gian sổ sách cho giáo viên.</a:t>
            </a:r>
            <a:br/>
            <a:r>
              <a:t>✓ Cá nhân hóa 100% hồ sơ tiến bộ của trẻ.</a:t>
            </a:r>
            <a:br/>
            <a:r>
              <a:t>✓ Xây dựng cầu nối gắn kết gia đình - nhà trường.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80960" y="4846320"/>
            <a:ext cx="6492240" cy="2542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2563EB"/>
                </a:solidFill>
              </a:defRPr>
            </a:pPr>
            <a:r>
              <a:t>2. QUY TRÌNH &amp; GIẢI PHÁP KỸ THUẬT</a:t>
            </a:r>
          </a:p>
          <a:p>
            <a:br/>
            <a:pPr>
              <a:defRPr sz="1700">
                <a:solidFill>
                  <a:srgbClr val="334155"/>
                </a:solidFill>
              </a:defRPr>
            </a:pPr>
            <a:r>
              <a:t>• QUY TRÌNH 3 BƯỚC TINH GỌN:</a:t>
            </a:r>
            <a:br/>
            <a:br/>
            <a:r>
              <a:t>BƯỚC 1: VOICE INPUT (30 GIÂY)</a:t>
            </a:r>
            <a:br/>
            <a:r>
              <a:t>Cô giáo dùng điện thoại ghi âm giọng nói tự nhiên cuối ngày:</a:t>
            </a:r>
            <a:br/>
            <a:r>
              <a:t>'Bé Nam hôm nay tự xúc cơm gọn gàng, nhưng giờ kể chuyện còn quay sang nói chuyện với bạn, thích chơi lego cứu hỏa.'</a:t>
            </a:r>
            <a:br/>
            <a:br/>
            <a:r>
              <a:t>BƯỚC 2: AI AGENT XỬ LÝ SƯ PHẠM</a:t>
            </a:r>
            <a:br/>
            <a:r>
              <a:t>Prompt Master phân loại chuẩn 5 lĩnh vực của Bộ GD&amp;ĐT:</a:t>
            </a:r>
            <a:br/>
            <a:r>
              <a:t>→ Thể chất: Vận động tinh tiến bộ.</a:t>
            </a:r>
            <a:br/>
            <a:r>
              <a:t>→ Kỹ năng xã hội: Cần rèn sự chú ý.</a:t>
            </a:r>
            <a:br/>
            <a:r>
              <a:t>→ Tự động sinh ra lời khuyên cho gia đình (Home Connection Tip).</a:t>
            </a:r>
            <a:br/>
            <a:br/>
            <a:r>
              <a:t>BƯỚC 3: XUẤT BẢN TIN CANVA SẮC MÀU</a:t>
            </a:r>
            <a:br/>
            <a:r>
              <a:t>Kết xuất tấm thẻ 'Nhật ký tuần của bé' với biểu đồ cảm xúc và gợi ý trò chơi 15 phút tại nhà gửi riêng cho cha mẹ.</a:t>
            </a:r>
            <a:br/>
            <a:br/>
            <a:r>
              <a:t>• 3 PHÂN HỆ CÔNG NGHỆ CHI PHÍ 0 ĐỒNG:</a:t>
            </a:r>
            <a:br/>
            <a:r>
              <a:t>1. Voice-to-Text: Nhận diện giọng nói chuẩn xác.</a:t>
            </a:r>
            <a:br/>
            <a:r>
              <a:t>2. LLM Engine: Hiểu sâu sắc chương trình GDMN.</a:t>
            </a:r>
            <a:br/>
            <a:r>
              <a:t>3. Canva for Education: Tự động hóa thiết kế.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630400" y="4846320"/>
            <a:ext cx="6492240" cy="2542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16A34A"/>
                </a:solidFill>
              </a:defRPr>
            </a:pPr>
            <a:r>
              <a:t>3. KẾT QUẢ ĐẠT ĐƯỢC &amp; LAN TỎA</a:t>
            </a:r>
          </a:p>
          <a:p>
            <a:br/>
            <a:pPr>
              <a:defRPr sz="1700">
                <a:solidFill>
                  <a:srgbClr val="334155"/>
                </a:solidFill>
              </a:defRPr>
            </a:pPr>
            <a:r>
              <a:t>• KẾT QUẢ ĐỊNH LƯỢNG THỰC NGHIỆM:</a:t>
            </a:r>
            <a:br/>
            <a:r>
              <a:t>✓ Giảm 83.3% thời gian ghi sổ sách (từ 12h/tuần xuống 2h/tuần).</a:t>
            </a:r>
            <a:br/>
            <a:r>
              <a:t>✓ 100% trẻ có hồ sơ số theo dõi liên tục.</a:t>
            </a:r>
            <a:br/>
            <a:r>
              <a:t>✓ Tỷ lệ phụ huynh tương tác tăng từ 38.5% lên 94.7%.</a:t>
            </a:r>
            <a:br/>
            <a:r>
              <a:t>✓ Tỷ lệ phụ huynh chơi cùng con theo gợi ý của AI đạt 86.3%.</a:t>
            </a:r>
            <a:br/>
            <a:br/>
            <a:r>
              <a:t>• TIẾNG NÓI NGƯỜI TRONG CUỘC:</a:t>
            </a:r>
            <a:br/>
            <a:r>
              <a:t>“Từ ngày có KID-CONNECT AI, tôi không còn phải thức đến 11h đêm ghi sổ sách. Tôi có thêm thời gian chuẩn bị đồ dùng dạy học sáng tạo!”</a:t>
            </a:r>
            <a:br/>
            <a:r>
              <a:t>— Cô giáo chủ trì Trường MN Phúc Sơn B</a:t>
            </a:r>
            <a:br/>
            <a:br/>
            <a:r>
              <a:t>“Nhận được nhật ký của con, tối nào bố con tôi cũng hào hứng cùng chơi trò chơi chữ cái cô gợi ý!”</a:t>
            </a:r>
            <a:br/>
            <a:r>
              <a:t>— Đại diện Phụ huynh học sinh</a:t>
            </a:r>
            <a:br/>
            <a:br/>
            <a:r>
              <a:t>• AI CÓ TRÁCH NHIỆM &amp; BỀN VỮNG:</a:t>
            </a:r>
            <a:br/>
            <a:r>
              <a:t>✓ 100% ẩn danh dữ liệu học sinh.</a:t>
            </a:r>
            <a:br/>
            <a:r>
              <a:t>✓ Chi phí vận hành 0 đồng.</a:t>
            </a:r>
            <a:br/>
            <a:r>
              <a:t>✓ Sẵn sàng chuyển giao cho toàn bộ trường mầm non toàn xã và toàn huyện!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0632400"/>
            <a:ext cx="20482560" cy="164592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KID-CONNECT AI: CÔNG NGHỆ NÂNG BƯỚC YÊU THƯƠNG — CÙNG BÉ KIẾN TẠO TƯƠNG LAI SỐ!</a:t>
            </a:r>
            <a:br/>
            <a:r>
              <a:t>Trường Mầm non Phúc Sơn B — Xã Phúc Sơn  |  Cổng thông tin &amp; Nộp bài: www.ieeai.net/giaithuong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